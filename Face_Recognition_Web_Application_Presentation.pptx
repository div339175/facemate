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498DB"/>
                </a:solidFill>
              </a:defRPr>
            </a:pPr>
            <a:r>
              <a:t>Face Recognition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Automated Attendance Management System</a:t>
            </a:r>
          </a:p>
          <a:p>
            <a:pPr algn="ctr">
              <a:defRPr sz="2000">
                <a:solidFill>
                  <a:srgbClr val="2C3E50"/>
                </a:solidFill>
              </a:defRPr>
            </a:pPr>
            <a:r>
              <a:t>Using Computer Vision and Machine Learning</a:t>
            </a:r>
          </a:p>
          <a:p>
            <a:pPr algn="ctr">
              <a:defRPr sz="2000">
                <a:solidFill>
                  <a:srgbClr val="2C3E50"/>
                </a:solidFill>
              </a:defRPr>
            </a:pPr>
          </a:p>
          <a:p>
            <a:pPr algn="ctr">
              <a:defRPr sz="2000">
                <a:solidFill>
                  <a:srgbClr val="2C3E50"/>
                </a:solidFill>
              </a:defRPr>
            </a:pPr>
            <a:r>
              <a:t>Developed with Flask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System Overview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ABC9C"/>
                </a:solidFill>
              </a:defRPr>
            </a:pPr>
            <a:r>
              <a:t>🏗️ Three-Tier Architecture: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Presentation Layer: HTML/CSS/JavaScript Frontend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Business Logic: Flask Web Framework (Python)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Data Layer: SQLAlchemy ORM with Database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👥 User Role Management: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Developer: System administration and user registration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Teacher: Attendance session management and reporting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Student: Face recognition-based attendance marking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🔧 Core Components: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Face Detection: OpenCV Haar Cascade Classifier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Face Recognition: LBPH (Local Binary Pattern Histogram) Algorithm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Session Management: Flask-Login authentication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Database: SQLite with SQLAlchemy 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Features &amp;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ABC9C"/>
                </a:solidFill>
              </a:defRPr>
            </a:pPr>
            <a:r>
              <a:t>📸 Face Recognition System: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Real-time camera integration for photo capture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Automated face detection using computer vision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Training data generation from multiple photo samples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High-accuracy face recognition for attendance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👨‍🏫 Teacher Dashboard: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Start/Stop attendance sessions by batch and course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Real-time session monitoring and management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Comprehensive attendance reports and analytics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Course and student management interface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🎓 Student Interface: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Simple one-click attendance marking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Real-time feedback during recognition process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Personal attendance history and statistics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Secure profile management with photo upload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⚙️ Developer Tools: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User registration and management system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Database administration and maintenance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System configuration and monitoring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Technology Stack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ABC9C"/>
                </a:solidFill>
              </a:defRPr>
            </a:pPr>
            <a:r>
              <a:t>🐍 Backend Technologies: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Python 3.x - Core programming language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Flask - Lightweight web framework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SQLAlchemy ORM - Database abstraction layer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Flask-Login - User session management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Flask-Migrate - Database migration tool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🤖 Computer Vision &amp; AI: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OpenCV - Computer vision library for image processing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Haar Cascade Classifier - Face detection algorithm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LBPH Face Recognizer - Local Binary Pattern Histogram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NumPy - Numerical computing for image arrays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🌐 Frontend Technologies: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HTML5 - Semantic markup structure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CSS3 - Responsive design and styling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JavaScript - Dynamic user interactions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WebRTC - Real-time camera access and streaming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🔒 Security &amp; Deployment: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HTTPS SSL/TLS encryption with custom certificates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Role-based access control and authentication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Secure file upload and photo storage system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Cross-platform deployment with network accessibility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System Workflow &amp;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ABC9C"/>
                </a:solidFill>
              </a:defRPr>
            </a:pPr>
            <a:r>
              <a:t>📋 Student Registration Process: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1. Developer registers student with personal details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2. Student captures multiple photo samples for training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3. System trains face recognition model using LBPH algorithm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4. Student profile is activated for attendance marking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📚 Attendance Session Management: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1. Teacher logs in and starts attendance session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2. System creates session with batch, course, and time details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3. Students use face recognition to mark attendance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4. Teacher monitors real-time attendance status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5. Session ends with comprehensive attendance report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🎯 Face Recognition Process: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1. Student accesses camera through web interface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2. System captures real-time video frames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3. OpenCV detects faces in the captured frames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4. LBPH algorithm compares detected face with trained model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5. Attendance is marked if confidence score meets threshold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6. Immediate feedback provided to student and teacher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ABC9C"/>
                </a:solidFill>
              </a:defRPr>
            </a:pPr>
            <a:r>
              <a:t>✅ Key Achievements: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Automated attendance system reducing manual effort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High accuracy face recognition with real-time processing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Secure multi-user role-based access control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Scalable web-based architecture for easy deployment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🚀 Future Enhancements: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Deep learning models (CNN) for improved accuracy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Mobile application for enhanced accessibility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Advanced analytics and reporting dashboard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Integration with existing educational management systems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Multi-factor authentication for enhanced security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800" b="1">
                <a:solidFill>
                  <a:srgbClr val="1ABC9C"/>
                </a:solidFill>
              </a:defRPr>
            </a:pPr>
            <a:r>
              <a:t>🎯 Impact &amp; Benefits: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Eliminates proxy attendance and manual errors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Saves time for both teachers and students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Provides accurate attendance analytics and insights</a:t>
            </a:r>
          </a:p>
          <a:p>
            <a:pPr lvl="1">
              <a:defRPr sz="1400">
                <a:solidFill>
                  <a:srgbClr val="2C3E50"/>
                </a:solidFill>
              </a:defRPr>
            </a:pPr>
            <a:r>
              <a:t>   • Modernizes traditional attendance systems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 algn="ctr">
              <a:defRPr sz="2400" b="1">
                <a:solidFill>
                  <a:srgbClr val="E74C3C"/>
                </a:solidFill>
              </a:defRPr>
            </a:pPr>
            <a:r>
              <a:t>📞 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